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 | Academic calendar variation as a natural experiment</a:t>
            </a:r>
          </a:p>
        </p:txBody>
      </p:sp>
      <p:pic>
        <p:nvPicPr>
          <p:cNvPr id="3" name="Picture 2" descr="NatMethods_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a, Normalized monthly distributions of GEO PSC dataset submissions by academic year group. b, Country-level heatmap. c, Circular mean directions (Rayleigh vectors). d, Statistical summary. n=6,101 datasets; 3,195 with country affiliation.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 | Research roadmap for environmental profiling of PSC culture</a:t>
            </a:r>
          </a:p>
        </p:txBody>
      </p:sp>
      <p:pic>
        <p:nvPicPr>
          <p:cNvPr id="3" name="Picture 2" descr="NatMethods_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a, Evidence matrix: uncontrolled environmental variables classified by hemisphere-dependence and evidence level. b, Three-phase investigation strategy from passive monitoring through data mining to controlled intervention.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