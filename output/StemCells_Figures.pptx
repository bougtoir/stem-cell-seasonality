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1. Institutional calendar confounding in GEO PSC datasets</a:t>
            </a:r>
          </a:p>
        </p:txBody>
      </p:sp>
      <p:pic>
        <p:nvPicPr>
          <p:cNvPr id="3" name="Picture 2" descr="StemCells_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(A) Monthly submission distributions for 6,101 GEO PSC differentiation datasets grouped by country academic-year start. (B) Country-level heatmap of submissions. (C) Circular Rayleigh vectors showing mean submission direction. (D) Statistical summary: only Japan/Korea shows significant seasonality, aligned with Japan's March 31 fiscal year-end.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2. Proposed research roadmap for environmental profiling</a:t>
            </a:r>
          </a:p>
        </p:txBody>
      </p:sp>
      <p:pic>
        <p:nvPicPr>
          <p:cNvPr id="3" name="Picture 2" descr="StemCells_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(A) Evidence matrix classifying uncontrolled environmental variables by hemisphere-dependence and strength of existing evidence. (B) Three-phase investigation strategy: Phase I (passive IoT monitoring), Phase II (IVF registry analysis), Phase III (controlled intervention).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