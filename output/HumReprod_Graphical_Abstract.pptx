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Graphical Abstract</a:t>
            </a:r>
          </a:p>
        </p:txBody>
      </p:sp>
      <p:pic>
        <p:nvPicPr>
          <p:cNvPr id="3" name="Picture 2" descr="HumReprod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31520"/>
            <a:ext cx="941832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Graphical Abstract. Stem cell laboratories control temperature and CO₂ but leave multiple environmental variables unmonitored; apparent database seasonality is an institutional artifact.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